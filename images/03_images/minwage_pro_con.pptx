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2B00-1674-A001-E229-EB6D3581F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271BE-45AB-2EC0-D902-1BEF3AB2C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E6E8C-BE29-D1C1-1C9B-003CD805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D66C-7A01-D04A-6C31-B6E784A6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24C2-D2CB-FB21-4A27-9AF878A9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0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2F95-D9D2-944D-DB17-09CA5234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ED57-5F96-B94B-0597-B20E2E23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91EA-63A4-555A-ABE1-9517D789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1FF97-9E0D-B077-748D-30F40EFE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822C3-63D6-7058-1D30-532D1693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2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441B-1CC0-E1C9-F11E-FECCAEE26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EB35A-4F39-BE00-9643-AC367571D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194F-EB52-02F6-4212-B15A86BA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4B8A1-03EF-269C-9B2F-F25EA076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B9CD8-1C74-CED6-F39F-C1671391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3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9CF3-5CA5-B202-EBDD-59E4E4F0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38922-7726-5695-F192-1D5C79C8A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70DB0-AE3C-7DED-ED82-D4C85B571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C7C02-E8F8-34BA-424A-3FB30A4D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BCC24-E5B9-BCA3-A5FE-464DF7B0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24EF3-DEC6-06B5-0935-4EEBA9E0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9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045B-E747-9BBD-A25A-F2CF4900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FBA69-0159-9E5C-4E8B-7EB77F98B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336F-0E63-6178-678D-153CE4046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569F0-999B-B709-ED90-41BEB90CD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AE145-3484-F4E3-97C6-1BF25B34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A0FC7-EA46-BC5F-2CAC-2731DCE6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DBD69-DEC5-DD2A-3D61-10CCAD43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8F751-2A64-57D1-4C6C-9DE7CD6F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7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883F-816D-B95B-149F-0F6CF732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B8DFA-84D6-E561-4289-94744B12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2637C-052F-B147-5E7E-54E4A356A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E4047-947A-E6E7-7B2F-8260D3AE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97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6E4BD-2EFB-3567-CF98-7D6130E9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62D02-542F-AB19-D08D-0727AE15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DAC04-029F-772C-E093-33D30864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0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CDA2-50FE-55DB-854A-76F2C508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3C56-88C2-EA75-08F5-7312B4AD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DD7F4-AA8C-0C7D-98C8-0321B83F7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1D141-B4DB-F8FD-05DD-2A74E275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245FE-0FEB-0C07-FB14-B943D4EA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CD2F7-B26C-9E65-F4B3-86B746BE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3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A3D7-36B6-BCE1-BC58-415C714D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CD233-A155-1E75-9D03-6744DF805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AFEA9-A0BF-3E86-E05E-317A56073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78649-4CB1-4F08-23F8-1D50ED23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6F352-A485-7F43-E95F-0CFF9610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17975-0EA5-6F97-0306-14C921E6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4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3888-3111-0E96-FA28-7CE29004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B4432-C7E4-D2B2-9C23-9D04AC80F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073C1-C62B-D447-0617-66B783CE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D5D97-D4FE-4DEE-6872-2EEB1168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DB194-0299-B318-4FCB-6D6143DD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0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DDB80-2C01-B4CD-B5C4-9747A2235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4D558-85CC-1486-1A62-4FB6A8747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0040-3E6E-179A-FDCC-66F4C34C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5D0E0-DCBA-A1BE-63E7-625032DE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0CAF-1FA6-0846-1C4E-371EE46A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4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20298-64AF-9A65-773E-801FE6AE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8505-7760-D885-BCEF-B80D83F40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8166-0DFC-4ED9-C4B6-03A08C54C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9E063-10E6-4041-85DF-6C20354EFC52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58170-0159-00F5-A8E8-312E3C68E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6C1E7-6EBF-8587-FD0E-89DD34D44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9BB25-2915-D542-863A-32D65A509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94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erson&#10;&#10;AI-generated content may be incorrect.">
            <a:extLst>
              <a:ext uri="{FF2B5EF4-FFF2-40B4-BE49-F238E27FC236}">
                <a16:creationId xmlns:a16="http://schemas.microsoft.com/office/drawing/2014/main" id="{D8656EA8-CB8C-7DE9-7DC8-6265EBAF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64" y="1087395"/>
            <a:ext cx="3580886" cy="46145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6101D1-BBE4-AB26-BC9A-9EB44BC20F44}"/>
              </a:ext>
            </a:extLst>
          </p:cNvPr>
          <p:cNvSpPr/>
          <p:nvPr/>
        </p:nvSpPr>
        <p:spPr>
          <a:xfrm>
            <a:off x="1720163" y="617838"/>
            <a:ext cx="3580886" cy="46955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D468A-BE4C-2F42-9A93-87EE4A1CB941}"/>
              </a:ext>
            </a:extLst>
          </p:cNvPr>
          <p:cNvSpPr/>
          <p:nvPr/>
        </p:nvSpPr>
        <p:spPr>
          <a:xfrm>
            <a:off x="5310464" y="617838"/>
            <a:ext cx="3562056" cy="4695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AGAINST</a:t>
            </a:r>
          </a:p>
        </p:txBody>
      </p:sp>
      <p:pic>
        <p:nvPicPr>
          <p:cNvPr id="12" name="Picture 11" descr="A person with a mustache wearing a suit and tie&#10;&#10;AI-generated content may be incorrect.">
            <a:extLst>
              <a:ext uri="{FF2B5EF4-FFF2-40B4-BE49-F238E27FC236}">
                <a16:creationId xmlns:a16="http://schemas.microsoft.com/office/drawing/2014/main" id="{D450C168-B1D7-199D-111D-53AC3B89B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49" y="1087395"/>
            <a:ext cx="3571471" cy="461456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69A3A02-244B-E082-1E7C-FCF135BB0797}"/>
              </a:ext>
            </a:extLst>
          </p:cNvPr>
          <p:cNvSpPr/>
          <p:nvPr/>
        </p:nvSpPr>
        <p:spPr>
          <a:xfrm>
            <a:off x="1720163" y="5701956"/>
            <a:ext cx="3580886" cy="34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Franklin D. Roosevelt (D)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D5690-141F-1727-E39F-394CD2F50D66}"/>
              </a:ext>
            </a:extLst>
          </p:cNvPr>
          <p:cNvSpPr/>
          <p:nvPr/>
        </p:nvSpPr>
        <p:spPr>
          <a:xfrm>
            <a:off x="5310464" y="5701956"/>
            <a:ext cx="3562056" cy="34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Ellisson D. Smith (D)</a:t>
            </a:r>
          </a:p>
        </p:txBody>
      </p:sp>
    </p:spTree>
    <p:extLst>
      <p:ext uri="{BB962C8B-B14F-4D97-AF65-F5344CB8AC3E}">
        <p14:creationId xmlns:p14="http://schemas.microsoft.com/office/powerpoint/2010/main" val="104897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EDEE-33DA-3B1B-F37B-2C498E8D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E3E243-E8CC-A123-359B-5002802F6BDF}"/>
              </a:ext>
            </a:extLst>
          </p:cNvPr>
          <p:cNvSpPr/>
          <p:nvPr/>
        </p:nvSpPr>
        <p:spPr>
          <a:xfrm>
            <a:off x="1720163" y="617838"/>
            <a:ext cx="3580886" cy="46955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E70143-7286-DC34-B3A2-97A1C829A0F8}"/>
              </a:ext>
            </a:extLst>
          </p:cNvPr>
          <p:cNvSpPr/>
          <p:nvPr/>
        </p:nvSpPr>
        <p:spPr>
          <a:xfrm>
            <a:off x="5310464" y="617838"/>
            <a:ext cx="3562056" cy="4695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53012-7E3B-D32F-98F4-B4171CA24A90}"/>
              </a:ext>
            </a:extLst>
          </p:cNvPr>
          <p:cNvSpPr/>
          <p:nvPr/>
        </p:nvSpPr>
        <p:spPr>
          <a:xfrm>
            <a:off x="1720163" y="5701956"/>
            <a:ext cx="3580886" cy="34149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Richard Nixon (R)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15799-3BF9-6A4D-B80D-FAEAC869063B}"/>
              </a:ext>
            </a:extLst>
          </p:cNvPr>
          <p:cNvSpPr/>
          <p:nvPr/>
        </p:nvSpPr>
        <p:spPr>
          <a:xfrm>
            <a:off x="5310464" y="5701956"/>
            <a:ext cx="3580886" cy="34149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Ronald Reagan (R)</a:t>
            </a:r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B10B6DE-16B3-17B0-B440-90530D1EE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163" y="1087394"/>
            <a:ext cx="3590301" cy="4614561"/>
          </a:xfrm>
          <a:prstGeom prst="rect">
            <a:avLst/>
          </a:prstGeom>
        </p:spPr>
      </p:pic>
      <p:pic>
        <p:nvPicPr>
          <p:cNvPr id="15" name="Picture 1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9E412C5-FE1D-C22B-B639-373E85A53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464" y="1087392"/>
            <a:ext cx="3590300" cy="464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F363-03A3-F5FC-7A0B-C7057378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406442-F5D6-7A77-DB09-0831A106F3CD}"/>
              </a:ext>
            </a:extLst>
          </p:cNvPr>
          <p:cNvSpPr/>
          <p:nvPr/>
        </p:nvSpPr>
        <p:spPr>
          <a:xfrm>
            <a:off x="1720163" y="617838"/>
            <a:ext cx="3580886" cy="46955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A8C0C-A168-789F-B7E9-A6E6724806D4}"/>
              </a:ext>
            </a:extLst>
          </p:cNvPr>
          <p:cNvSpPr/>
          <p:nvPr/>
        </p:nvSpPr>
        <p:spPr>
          <a:xfrm>
            <a:off x="5310464" y="617838"/>
            <a:ext cx="3562056" cy="4695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D05C0-FE21-9ADB-1BE5-65E64D172831}"/>
              </a:ext>
            </a:extLst>
          </p:cNvPr>
          <p:cNvSpPr/>
          <p:nvPr/>
        </p:nvSpPr>
        <p:spPr>
          <a:xfrm>
            <a:off x="1720163" y="5701956"/>
            <a:ext cx="3580886" cy="34149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Bernie Sanders (D)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1FD60-0103-1E63-2545-251011CF6D1F}"/>
              </a:ext>
            </a:extLst>
          </p:cNvPr>
          <p:cNvSpPr/>
          <p:nvPr/>
        </p:nvSpPr>
        <p:spPr>
          <a:xfrm>
            <a:off x="5310464" y="5701956"/>
            <a:ext cx="3580886" cy="34149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Ted Cruz (R)</a:t>
            </a:r>
          </a:p>
        </p:txBody>
      </p:sp>
      <p:pic>
        <p:nvPicPr>
          <p:cNvPr id="17" name="Picture 1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88798F2-C3CD-3D8D-A83B-E13CD21F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048" y="1087392"/>
            <a:ext cx="3590301" cy="4624795"/>
          </a:xfrm>
          <a:prstGeom prst="rect">
            <a:avLst/>
          </a:prstGeom>
        </p:spPr>
      </p:pic>
      <p:pic>
        <p:nvPicPr>
          <p:cNvPr id="23" name="Picture 2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3918831-C985-FF08-91EC-5B1AA600B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16" y="1077160"/>
            <a:ext cx="3613848" cy="46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8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40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Arnold, David</dc:creator>
  <cp:lastModifiedBy>Arnold, David</cp:lastModifiedBy>
  <cp:revision>2</cp:revision>
  <dcterms:created xsi:type="dcterms:W3CDTF">2025-07-01T18:06:27Z</dcterms:created>
  <dcterms:modified xsi:type="dcterms:W3CDTF">2025-07-01T23:19:24Z</dcterms:modified>
</cp:coreProperties>
</file>